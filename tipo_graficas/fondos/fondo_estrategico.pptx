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2A2"/>
    <a:srgbClr val="F4BBFD"/>
    <a:srgbClr val="F1F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92F02-121F-9110-B240-8ED138EC6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CDC2D7-7DB7-17EA-4B6B-85A7816F9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737730-D1E2-0A8F-53CA-19BB7CC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308CB2-4344-AB9B-E6D6-C0889448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1D99D0-19EA-707F-B5A2-A6D44752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581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7762A-2718-6EF0-BD53-89BB121B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6B20E1-2899-8A11-A21C-F6FE75D68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68F556-A044-D32F-49E1-EFF448C7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C4238D-3EDF-976B-00FC-2564C487F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1F26E2-69A1-C8C3-F90E-87360688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EE943-D2FF-52FF-ACF1-268A1801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07B154-B6DA-CDA8-C3F8-911C6ADF7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67926E-8079-9127-235C-5F10C168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5D508F-F072-B170-7C78-FB96D1CA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161176-FFB0-FF40-AB05-FC498D7D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522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964C5-3068-5093-E95B-7EE86CC2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CE2AB5-B18B-6249-12EB-822784062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2388B7-8792-9DA8-3DF7-21D08AC66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D328C7-731A-87F2-DE0D-9D1F952A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51F511-F576-DEFE-3D6F-B3CD00F3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D23620-BCDF-B846-E416-F8FA8D2E7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3175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30D10-800C-F1C9-4C33-B70BFD9E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291CDC-5580-DA1D-D591-E605A8FFE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C479C3-F442-8B3C-DADD-81DA3B153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6582D7-43E3-FF93-6D6C-0DD98E1E0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AAA5BF-0F4B-055C-A68C-0B2025D2F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9552881-F2D3-773B-7B94-DA9DC7F1A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CA544C2-C2DF-3CB3-1C73-80351D2B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7D38E4-ED21-246C-B6A5-845BC87E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8769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85298-DCDF-399F-4A27-694AF3C6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CEBEB5-26C8-61B7-0B75-4BE634CD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9E352DE-237C-26D7-F9F3-A0089A8E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014C8A-A2EC-A451-68C5-F83C13E2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5119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3A32BD7-3759-DF20-52AD-A637CEEC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17303B-DB2E-CF4B-984A-06098704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6D4B82-9E70-DB18-3DAD-940486B1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020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2CF00-248B-1960-917B-53B2962E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928C45-D864-4996-E648-1DD959B88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AE21B8-123F-89F8-1FEA-2110CEACF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3B77D7-61C9-E6EE-C7B2-7CF42647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7CF040-CF02-49A0-4666-C419050D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FECD5E-CB31-7C8D-2573-C0808097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3784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CF262-6BA7-4698-7A35-F38B7FF0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AACAAC1-1EBE-BE34-C9F4-E35CCA459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2480C0-3559-F2DB-CECD-36A1D12F5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C132AA-E85B-3BA1-0735-BB0FEB20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0A3FBC-5C0A-0C7A-E537-68ECA909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9FE63E-3D41-7E09-7D1A-B30A2F56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016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A539D-FD2E-5B90-575A-DC6B10D14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C18C56-240C-D0DB-BF1D-298AC4628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A12D4F-5001-D032-7287-657F0053E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943CDF-B764-53D0-3D34-88093D54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BDA2E0-E509-E1D9-C54A-24A811C6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420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4C880E-5E3E-15D6-4CE6-1A0A018E7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94D92C-1553-37EE-08F0-B2929BA1E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FA31A3-F556-683C-081F-B50ABDBC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459898-DF59-7E02-597E-852206D0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8607A8-CAAD-D60C-DC2F-50801C6B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107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58EB69-A986-7D7F-3A1B-68DBADC4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B26A74-7144-7AEB-301B-F9E9766F8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49F99C-CB8B-12F5-85DC-DA6BD9C6C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3F765-508D-41A7-86AC-FAC23FE84A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218D0E-CC88-8973-3906-B337B750A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588BBE-4AFE-00CF-340C-F7D191915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4898B-F12A-4808-B224-DA8EC72D046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9396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4F888D8E-413E-2674-5CB8-434C22604E9D}"/>
              </a:ext>
            </a:extLst>
          </p:cNvPr>
          <p:cNvGrpSpPr/>
          <p:nvPr/>
        </p:nvGrpSpPr>
        <p:grpSpPr>
          <a:xfrm>
            <a:off x="164398" y="357058"/>
            <a:ext cx="914397" cy="6274512"/>
            <a:chOff x="2650700" y="1161220"/>
            <a:chExt cx="1962677" cy="1260000"/>
          </a:xfrm>
          <a:gradFill flip="none" rotWithShape="1">
            <a:gsLst>
              <a:gs pos="0">
                <a:srgbClr val="6E62A2"/>
              </a:gs>
              <a:gs pos="56000">
                <a:srgbClr val="B6B0D0">
                  <a:alpha val="94000"/>
                </a:srgbClr>
              </a:gs>
              <a:gs pos="100000">
                <a:srgbClr val="7569A7"/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B84C54C-EFA4-39A4-11C2-488F79405854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A812547B-CB19-6F9F-71FA-A5516EFDD07C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pic>
        <p:nvPicPr>
          <p:cNvPr id="10" name="Gráfico 9">
            <a:extLst>
              <a:ext uri="{FF2B5EF4-FFF2-40B4-BE49-F238E27FC236}">
                <a16:creationId xmlns:a16="http://schemas.microsoft.com/office/drawing/2014/main" id="{F03B966D-C9A4-3972-656F-B18F6ABC2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18" y="481930"/>
            <a:ext cx="591955" cy="57470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C6B3D3D-1225-9F84-FDC1-D7982267B4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95" y="2277355"/>
            <a:ext cx="450000" cy="450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CB28F0B-F265-D5B1-38D5-21624A5DF0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7" y="3209506"/>
            <a:ext cx="450000" cy="450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32C170C4-6C14-15D8-19AF-3DFCE2033E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95" y="4014086"/>
            <a:ext cx="540000" cy="54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A83A2C3A-6DAC-633A-93E9-3D9BE56F37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7" y="4892000"/>
            <a:ext cx="487551" cy="432000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BF386D1E-FBE8-954C-0454-D1BCAD1824F0}"/>
              </a:ext>
            </a:extLst>
          </p:cNvPr>
          <p:cNvSpPr txBox="1"/>
          <p:nvPr/>
        </p:nvSpPr>
        <p:spPr>
          <a:xfrm>
            <a:off x="169207" y="2707934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Estratégico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FF681CF-2311-9389-1D77-F8BAC4B61EEC}"/>
              </a:ext>
            </a:extLst>
          </p:cNvPr>
          <p:cNvSpPr txBox="1"/>
          <p:nvPr/>
        </p:nvSpPr>
        <p:spPr>
          <a:xfrm>
            <a:off x="164399" y="3689378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Analítico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D4190A2-A043-F03E-8DC3-975CFEFB683C}"/>
              </a:ext>
            </a:extLst>
          </p:cNvPr>
          <p:cNvSpPr txBox="1"/>
          <p:nvPr/>
        </p:nvSpPr>
        <p:spPr>
          <a:xfrm>
            <a:off x="155134" y="4398689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Operativo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D303B9B-1833-9B4D-6CD6-E525D34FCFD1}"/>
              </a:ext>
            </a:extLst>
          </p:cNvPr>
          <p:cNvSpPr txBox="1"/>
          <p:nvPr/>
        </p:nvSpPr>
        <p:spPr>
          <a:xfrm>
            <a:off x="170648" y="5270117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Informativo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596068A8-E8A2-1524-A426-F39050D3E12F}"/>
              </a:ext>
            </a:extLst>
          </p:cNvPr>
          <p:cNvSpPr/>
          <p:nvPr/>
        </p:nvSpPr>
        <p:spPr>
          <a:xfrm>
            <a:off x="225595" y="2241778"/>
            <a:ext cx="792000" cy="720000"/>
          </a:xfrm>
          <a:prstGeom prst="roundRect">
            <a:avLst/>
          </a:prstGeom>
          <a:solidFill>
            <a:srgbClr val="6E62A2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24197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EF085-046E-D0FB-7831-6E565ADE9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48865927-2E23-5F4D-0C16-ADACE93FB453}"/>
              </a:ext>
            </a:extLst>
          </p:cNvPr>
          <p:cNvGrpSpPr/>
          <p:nvPr/>
        </p:nvGrpSpPr>
        <p:grpSpPr>
          <a:xfrm>
            <a:off x="164398" y="357058"/>
            <a:ext cx="914397" cy="6274512"/>
            <a:chOff x="2650700" y="1161220"/>
            <a:chExt cx="1962677" cy="1260000"/>
          </a:xfrm>
          <a:gradFill flip="none" rotWithShape="1">
            <a:gsLst>
              <a:gs pos="0">
                <a:srgbClr val="6E62A2"/>
              </a:gs>
              <a:gs pos="56000">
                <a:srgbClr val="B6B0D0">
                  <a:alpha val="94000"/>
                </a:srgbClr>
              </a:gs>
              <a:gs pos="100000">
                <a:srgbClr val="7569A7"/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2496DD66-9E69-4A0F-D79A-13CC3460EEE5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6604BFAD-AD55-30A5-5196-86C1024D2F55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pic>
        <p:nvPicPr>
          <p:cNvPr id="10" name="Gráfico 9">
            <a:extLst>
              <a:ext uri="{FF2B5EF4-FFF2-40B4-BE49-F238E27FC236}">
                <a16:creationId xmlns:a16="http://schemas.microsoft.com/office/drawing/2014/main" id="{9C99428C-E5D7-F3FD-E190-32BE5E093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18" y="481930"/>
            <a:ext cx="591955" cy="57470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E083622-00F3-3760-2724-56983439A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95" y="2277355"/>
            <a:ext cx="450000" cy="450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4206DAA-0328-84BA-FC26-B91C053957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7" y="3209506"/>
            <a:ext cx="450000" cy="450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9D5E9A5-AA80-2B30-97A4-013151E216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95" y="4014086"/>
            <a:ext cx="540000" cy="54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9691B5D0-4AB0-3AC7-B74F-1E5017B9DD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7" y="4892000"/>
            <a:ext cx="487551" cy="432000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11DF7DCD-6D3A-0BC1-54E9-5A5DDDCA47A5}"/>
              </a:ext>
            </a:extLst>
          </p:cNvPr>
          <p:cNvSpPr txBox="1"/>
          <p:nvPr/>
        </p:nvSpPr>
        <p:spPr>
          <a:xfrm>
            <a:off x="169207" y="2707934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Estratégico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F0753A7-30DA-6FAB-AE4C-FB3A9CD71ECA}"/>
              </a:ext>
            </a:extLst>
          </p:cNvPr>
          <p:cNvSpPr txBox="1"/>
          <p:nvPr/>
        </p:nvSpPr>
        <p:spPr>
          <a:xfrm>
            <a:off x="164399" y="3633420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Analítico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4E57116-16D9-8759-C8F0-EB7F49BCB812}"/>
              </a:ext>
            </a:extLst>
          </p:cNvPr>
          <p:cNvSpPr txBox="1"/>
          <p:nvPr/>
        </p:nvSpPr>
        <p:spPr>
          <a:xfrm>
            <a:off x="155134" y="4398689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Operativo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BA80569-4B45-7B2C-85B7-273978327926}"/>
              </a:ext>
            </a:extLst>
          </p:cNvPr>
          <p:cNvSpPr txBox="1"/>
          <p:nvPr/>
        </p:nvSpPr>
        <p:spPr>
          <a:xfrm>
            <a:off x="170648" y="5270117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Informativo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1CAB7A3E-879F-9708-C792-B6D4181DBDD7}"/>
              </a:ext>
            </a:extLst>
          </p:cNvPr>
          <p:cNvSpPr/>
          <p:nvPr/>
        </p:nvSpPr>
        <p:spPr>
          <a:xfrm>
            <a:off x="234970" y="3143645"/>
            <a:ext cx="792000" cy="720000"/>
          </a:xfrm>
          <a:prstGeom prst="roundRect">
            <a:avLst/>
          </a:prstGeom>
          <a:solidFill>
            <a:srgbClr val="6E62A2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5352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38221-BB4A-A13D-1043-B8060C89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DF61D3EC-5DBD-C4B5-B2D4-505C987F546A}"/>
              </a:ext>
            </a:extLst>
          </p:cNvPr>
          <p:cNvGrpSpPr/>
          <p:nvPr/>
        </p:nvGrpSpPr>
        <p:grpSpPr>
          <a:xfrm>
            <a:off x="164398" y="357058"/>
            <a:ext cx="914397" cy="6274512"/>
            <a:chOff x="2650700" y="1161220"/>
            <a:chExt cx="1962677" cy="1260000"/>
          </a:xfrm>
          <a:gradFill flip="none" rotWithShape="1">
            <a:gsLst>
              <a:gs pos="0">
                <a:srgbClr val="6E62A2"/>
              </a:gs>
              <a:gs pos="56000">
                <a:srgbClr val="B6B0D0">
                  <a:alpha val="94000"/>
                </a:srgbClr>
              </a:gs>
              <a:gs pos="100000">
                <a:srgbClr val="7569A7"/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DC27CA95-F1F9-B65A-0CF9-9093D63B0B43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EA0169E7-BC32-25D1-51C6-B11594ADAB2F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pic>
        <p:nvPicPr>
          <p:cNvPr id="10" name="Gráfico 9">
            <a:extLst>
              <a:ext uri="{FF2B5EF4-FFF2-40B4-BE49-F238E27FC236}">
                <a16:creationId xmlns:a16="http://schemas.microsoft.com/office/drawing/2014/main" id="{828F6482-45DC-1EC2-9BB3-97C5FACC0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18" y="481930"/>
            <a:ext cx="591955" cy="57470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3A61A8A-3927-582D-D96B-6B77E57A3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95" y="2277355"/>
            <a:ext cx="450000" cy="450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D6934F8-6E6F-EA0E-54DB-45E01E90C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7" y="3209506"/>
            <a:ext cx="450000" cy="450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C24E54D1-5A49-D58F-AD40-F5F9999A9E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95" y="4014086"/>
            <a:ext cx="540000" cy="54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8FF68421-915A-595F-3B21-217276C4E5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7" y="4892000"/>
            <a:ext cx="487551" cy="432000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BFBCFAE4-FB04-4FBE-3BDD-666390AF4B97}"/>
              </a:ext>
            </a:extLst>
          </p:cNvPr>
          <p:cNvSpPr txBox="1"/>
          <p:nvPr/>
        </p:nvSpPr>
        <p:spPr>
          <a:xfrm>
            <a:off x="169207" y="2707934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Estratégico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85E26F7-507C-E9F1-6DD5-339B013FE720}"/>
              </a:ext>
            </a:extLst>
          </p:cNvPr>
          <p:cNvSpPr txBox="1"/>
          <p:nvPr/>
        </p:nvSpPr>
        <p:spPr>
          <a:xfrm>
            <a:off x="164399" y="3633420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Analítico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BB19BF2-FCBC-FC8D-C70D-B8176DFD36F8}"/>
              </a:ext>
            </a:extLst>
          </p:cNvPr>
          <p:cNvSpPr txBox="1"/>
          <p:nvPr/>
        </p:nvSpPr>
        <p:spPr>
          <a:xfrm>
            <a:off x="155134" y="4398689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Operativo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73E3F25-4307-71F1-C316-999689EC5017}"/>
              </a:ext>
            </a:extLst>
          </p:cNvPr>
          <p:cNvSpPr txBox="1"/>
          <p:nvPr/>
        </p:nvSpPr>
        <p:spPr>
          <a:xfrm>
            <a:off x="170648" y="5270117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Informativo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9469B49B-EE7E-C84D-9425-40B3F1160643}"/>
              </a:ext>
            </a:extLst>
          </p:cNvPr>
          <p:cNvSpPr/>
          <p:nvPr/>
        </p:nvSpPr>
        <p:spPr>
          <a:xfrm>
            <a:off x="225595" y="3968658"/>
            <a:ext cx="792000" cy="720000"/>
          </a:xfrm>
          <a:prstGeom prst="roundRect">
            <a:avLst/>
          </a:prstGeom>
          <a:solidFill>
            <a:srgbClr val="6E62A2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68432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A2E69-231F-6D9B-E664-B5E56982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F21C0B3C-B476-A988-1FA1-774B448D0A80}"/>
              </a:ext>
            </a:extLst>
          </p:cNvPr>
          <p:cNvGrpSpPr/>
          <p:nvPr/>
        </p:nvGrpSpPr>
        <p:grpSpPr>
          <a:xfrm>
            <a:off x="164398" y="357058"/>
            <a:ext cx="914397" cy="6274512"/>
            <a:chOff x="2650700" y="1161220"/>
            <a:chExt cx="1962677" cy="1260000"/>
          </a:xfrm>
          <a:gradFill flip="none" rotWithShape="1">
            <a:gsLst>
              <a:gs pos="0">
                <a:srgbClr val="6E62A2"/>
              </a:gs>
              <a:gs pos="56000">
                <a:srgbClr val="B6B0D0">
                  <a:alpha val="94000"/>
                </a:srgbClr>
              </a:gs>
              <a:gs pos="100000">
                <a:srgbClr val="7569A7"/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02A3BDDC-7FC9-2165-EE3E-AAB84E3234AE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296818D8-98FB-8599-DE94-958BDF023115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pic>
        <p:nvPicPr>
          <p:cNvPr id="10" name="Gráfico 9">
            <a:extLst>
              <a:ext uri="{FF2B5EF4-FFF2-40B4-BE49-F238E27FC236}">
                <a16:creationId xmlns:a16="http://schemas.microsoft.com/office/drawing/2014/main" id="{8293FE88-A9FD-983B-1D0E-A9ACF5CFD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18" y="481930"/>
            <a:ext cx="591955" cy="57470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2A736E8-B707-EBBB-3897-A156D7426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95" y="2277355"/>
            <a:ext cx="450000" cy="450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CABE8BC-68EE-0F05-EA6A-E00EC5727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7" y="3209506"/>
            <a:ext cx="450000" cy="450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5933FA35-21C9-691E-C8E5-7211A15F67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95" y="4014086"/>
            <a:ext cx="540000" cy="54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FA345BD-0D15-19B7-D9ED-C0D032EBFB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7" y="4892000"/>
            <a:ext cx="487551" cy="432000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208C8CF3-D48C-1AD0-6D68-26A3F51F1788}"/>
              </a:ext>
            </a:extLst>
          </p:cNvPr>
          <p:cNvSpPr txBox="1"/>
          <p:nvPr/>
        </p:nvSpPr>
        <p:spPr>
          <a:xfrm>
            <a:off x="169207" y="2707934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Estratégico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9D30CE6-4444-7ECF-9368-5AA4B418CA91}"/>
              </a:ext>
            </a:extLst>
          </p:cNvPr>
          <p:cNvSpPr txBox="1"/>
          <p:nvPr/>
        </p:nvSpPr>
        <p:spPr>
          <a:xfrm>
            <a:off x="164399" y="3633420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Analítico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32F6406-64FE-CABB-7BEC-C46AA5FF56D3}"/>
              </a:ext>
            </a:extLst>
          </p:cNvPr>
          <p:cNvSpPr txBox="1"/>
          <p:nvPr/>
        </p:nvSpPr>
        <p:spPr>
          <a:xfrm>
            <a:off x="155134" y="4398689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Operativo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F4997EC-7EAB-4F4B-24DF-6B98742E9C37}"/>
              </a:ext>
            </a:extLst>
          </p:cNvPr>
          <p:cNvSpPr txBox="1"/>
          <p:nvPr/>
        </p:nvSpPr>
        <p:spPr>
          <a:xfrm>
            <a:off x="170648" y="5270117"/>
            <a:ext cx="914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</a:rPr>
              <a:t>Informativo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D45B778-7047-75D7-94E3-2CAD7A28C0B9}"/>
              </a:ext>
            </a:extLst>
          </p:cNvPr>
          <p:cNvSpPr/>
          <p:nvPr/>
        </p:nvSpPr>
        <p:spPr>
          <a:xfrm>
            <a:off x="234857" y="4827416"/>
            <a:ext cx="792000" cy="720000"/>
          </a:xfrm>
          <a:prstGeom prst="roundRect">
            <a:avLst/>
          </a:prstGeom>
          <a:solidFill>
            <a:srgbClr val="6E62A2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82100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</Words>
  <Application>Microsoft Office PowerPoint</Application>
  <PresentationFormat>Panorámica</PresentationFormat>
  <Paragraphs>16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 santiago paredes yupanqui</dc:creator>
  <cp:lastModifiedBy>joan santiago paredes yupanqui</cp:lastModifiedBy>
  <cp:revision>1</cp:revision>
  <dcterms:created xsi:type="dcterms:W3CDTF">2025-11-14T22:01:18Z</dcterms:created>
  <dcterms:modified xsi:type="dcterms:W3CDTF">2025-11-14T22:06:26Z</dcterms:modified>
</cp:coreProperties>
</file>