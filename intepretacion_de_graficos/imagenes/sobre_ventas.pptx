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6"/>
    <a:srgbClr val="7093D2"/>
    <a:srgbClr val="000000"/>
    <a:srgbClr val="D3D3D3"/>
    <a:srgbClr val="BFC9D7"/>
    <a:srgbClr val="4264D0"/>
    <a:srgbClr val="929292"/>
    <a:srgbClr val="A0A0B2"/>
    <a:srgbClr val="606076"/>
    <a:srgbClr val="667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77684-A51F-4837-DECB-927EF5C9B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11F691-A347-433B-B503-BF147F803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8E775-1AA2-719E-D868-9AE4AA698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331683-822D-F838-77BD-CF9483E6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738CA4-2C8F-E377-EC22-8329B981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341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FEBB9-B63D-F43D-976D-B58BB244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10870-5FD1-527F-16CE-FAF15966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FF6C7D-E4CA-7DC4-A866-FFDF4535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50B36-66E5-21D7-636F-6D19B35D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978C29-86D1-2546-6268-F345543B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486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F95EA-C2B0-FAD5-838A-0E303172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437100-96FC-4A1E-71F4-99C1AEE8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1E1877-4BFD-36A9-5934-CDF67256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6B27D-CB0D-7F27-CF90-C049F94A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FB6A3-2D11-FCB0-06CE-A9B1ADBB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979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8A63B-4707-B2A8-D91B-3CD1D5CB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976DDE-F9E5-BDC5-6768-D9385AD34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39B3F3-1142-0875-4865-41E25C6B8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911766-8300-570A-839A-65B96F0E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70D86D-7E20-A8EB-3659-40F7CEF5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B4D7AD-6220-C3B0-AA5D-4236E792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275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E6CF1-ED31-18F3-A1D1-9D06367E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312204-1A67-5E2D-BED7-A95DFF10F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C48CAD-623C-260B-6EB3-B7A55F788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916BF5-AE55-4D17-E7CA-2C566366F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5EDCA8-A799-963C-B696-5AF0B95C6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601E58-4314-AF8F-3848-34AFF51E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DCA7F8-48F2-5CA6-30DB-B5F94F94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F516A1-5949-704D-4BC1-741BCAFD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70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3989A-8758-0707-7A8A-2949D9D0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22A9F5-582D-E6B7-F699-515DB21B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63C94E-82AD-B226-2EDD-BD797DB7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56890C-5EE0-2DBA-FA93-64804BCE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376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B2C4BB-440F-BF34-B13D-812DF1531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011272-7BC3-3E36-010E-48775B98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F29549-893F-3529-939B-FA5A0C11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267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7D48B-E5B9-C693-2D2E-3B435486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DC07F5-9CD3-739D-8921-3129D89D9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0FE1C5-490A-0457-D0B2-D776079BE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C0FAAC-7664-E7A4-B29F-8A40B348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F51F55-DDD9-2551-F727-1D2C5DA7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87BD30-C118-36F2-51B4-526FA2F2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129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121A5-F36F-F6EF-8426-273183BD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1D15F6-F51F-E359-010F-BCFD23DA4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F041C7-8AFE-9EA4-AF01-5F175BFBB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EAD6E4-C9C7-1F4A-31FB-C9CCA82F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4261A7-A586-D4F0-1D00-3DD33295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1B39F5-FD2E-E241-A227-AA2EE657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289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C9821-3392-1B42-2FEB-D580AD7F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EC9897-C23A-42AE-7167-7F74F5531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A9292-6916-83BE-2FB1-828C8F32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38CB3-17AE-1287-1DB8-9AC5522C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E7F7D8-D383-EF9D-C3C3-7A02468F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138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6D7FA6-9022-7413-AE5B-7FB29EB44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2CFC7A-7FA1-AE65-592F-1495B9DCB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8868F-479A-1293-3C03-2C5205B7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6A9AE7-5783-1D40-98F5-AB371A13D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FF12F4-0622-E786-4D61-13151B9E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313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F7D76F-F49C-A975-0443-AFB7BBF98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E94454-255D-2076-0935-A2E0E1770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83A9D7-AA3D-C7FD-4A4A-5AC5D0BC9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C345F-D375-4913-9C12-C4FB20D86604}" type="datetimeFigureOut">
              <a:rPr lang="es-PE" smtClean="0"/>
              <a:t>5/11/2025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8135C0-0FED-B719-E6DB-C94CCF6BC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78E6B-EE17-C544-3877-C4CDE1BE5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28486-2233-4F3D-8CEC-59B9BBAB19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979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A2ABA-34EF-B925-E03E-C54D5391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CAB57B1C-0019-9F50-2CC1-1ADE28CC026D}"/>
              </a:ext>
            </a:extLst>
          </p:cNvPr>
          <p:cNvGrpSpPr/>
          <p:nvPr/>
        </p:nvGrpSpPr>
        <p:grpSpPr>
          <a:xfrm>
            <a:off x="102638" y="303570"/>
            <a:ext cx="914397" cy="6274512"/>
            <a:chOff x="2650700" y="1161220"/>
            <a:chExt cx="1962677" cy="126000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AE4CC17C-7741-238C-A48A-2EC3EF4F474A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solidFill>
              <a:srgbClr val="4264D0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F79057E-299C-2F66-1986-7F4B87093A44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0AF53C49-633A-2864-8713-9B42B0169F54}"/>
              </a:ext>
            </a:extLst>
          </p:cNvPr>
          <p:cNvGrpSpPr/>
          <p:nvPr/>
        </p:nvGrpSpPr>
        <p:grpSpPr>
          <a:xfrm>
            <a:off x="1267508" y="966512"/>
            <a:ext cx="3967256" cy="5101200"/>
            <a:chOff x="2644931" y="1161220"/>
            <a:chExt cx="2108121" cy="1260000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EDE675D-D042-7038-2BF9-E8F80ED51CFF}"/>
                </a:ext>
              </a:extLst>
            </p:cNvPr>
            <p:cNvSpPr/>
            <p:nvPr/>
          </p:nvSpPr>
          <p:spPr>
            <a:xfrm>
              <a:off x="2644931" y="1161220"/>
              <a:ext cx="2102353" cy="1260000"/>
            </a:xfrm>
            <a:prstGeom prst="round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E053B94-BDBD-AD74-5762-DA3A30EE17AC}"/>
                </a:ext>
              </a:extLst>
            </p:cNvPr>
            <p:cNvSpPr/>
            <p:nvPr/>
          </p:nvSpPr>
          <p:spPr>
            <a:xfrm>
              <a:off x="2650700" y="1161220"/>
              <a:ext cx="2102352" cy="1260000"/>
            </a:xfrm>
            <a:prstGeom prst="round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05085D2-F13B-B3F5-F38F-316D4967E8F0}"/>
              </a:ext>
            </a:extLst>
          </p:cNvPr>
          <p:cNvSpPr/>
          <p:nvPr/>
        </p:nvSpPr>
        <p:spPr>
          <a:xfrm>
            <a:off x="225495" y="2293090"/>
            <a:ext cx="625151" cy="574709"/>
          </a:xfrm>
          <a:prstGeom prst="roundRect">
            <a:avLst/>
          </a:prstGeom>
          <a:solidFill>
            <a:srgbClr val="7093D2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82BBFA-5CB1-33D9-0756-C95A41BB17D3}"/>
              </a:ext>
            </a:extLst>
          </p:cNvPr>
          <p:cNvSpPr/>
          <p:nvPr/>
        </p:nvSpPr>
        <p:spPr>
          <a:xfrm rot="16200000">
            <a:off x="7869851" y="49551"/>
            <a:ext cx="1584000" cy="6393600"/>
          </a:xfrm>
          <a:prstGeom prst="rect">
            <a:avLst/>
          </a:prstGeom>
          <a:solidFill>
            <a:srgbClr val="F1F1F6"/>
          </a:solidFill>
          <a:ln>
            <a:noFill/>
          </a:ln>
          <a:effectLst>
            <a:outerShdw blurRad="63500" dist="63500" dir="13500000" algn="br" rotWithShape="0">
              <a:schemeClr val="bg2">
                <a:lumMod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lt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DF53510-4A2A-E30E-EFE9-15E0E4CD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38" y="2371656"/>
            <a:ext cx="414525" cy="39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516132F0-C6F2-14A7-7B95-CF7E70FDB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577" y="481930"/>
            <a:ext cx="591955" cy="5747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0C960E5-3BF4-35CD-7C30-84531763AB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0" y="3125374"/>
            <a:ext cx="410400" cy="4104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4D809DD-142D-1F36-9048-41F32E91F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61" y="3852754"/>
            <a:ext cx="408517" cy="40851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C3E4560-CB83-6F8E-6C09-285C8C4AB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61" y="4606772"/>
            <a:ext cx="410400" cy="4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4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D3750-1C5B-F6A4-D394-173C2E46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9AC0582-CDD5-1036-AFAE-93D196FEE524}"/>
              </a:ext>
            </a:extLst>
          </p:cNvPr>
          <p:cNvSpPr/>
          <p:nvPr/>
        </p:nvSpPr>
        <p:spPr>
          <a:xfrm>
            <a:off x="2247122" y="4165794"/>
            <a:ext cx="8091196" cy="2388636"/>
          </a:xfrm>
          <a:prstGeom prst="rect">
            <a:avLst/>
          </a:prstGeom>
          <a:solidFill>
            <a:srgbClr val="F1F1F6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06FDC-0E2F-058E-7C71-4C9C240F8CD1}"/>
              </a:ext>
            </a:extLst>
          </p:cNvPr>
          <p:cNvGrpSpPr/>
          <p:nvPr/>
        </p:nvGrpSpPr>
        <p:grpSpPr>
          <a:xfrm rot="16200000">
            <a:off x="4424557" y="-2533434"/>
            <a:ext cx="3548160" cy="9445387"/>
            <a:chOff x="2650700" y="1104966"/>
            <a:chExt cx="2060558" cy="1372508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CAC2BFD9-8810-F565-CE03-BE3AB0843A6F}"/>
                </a:ext>
              </a:extLst>
            </p:cNvPr>
            <p:cNvSpPr/>
            <p:nvPr/>
          </p:nvSpPr>
          <p:spPr>
            <a:xfrm>
              <a:off x="2650700" y="1161220"/>
              <a:ext cx="1962677" cy="1316254"/>
            </a:xfrm>
            <a:prstGeom prst="round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E70DA7C6-903E-E9C4-9DE3-ACDEB05BD3A5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0FA3137-8275-025D-8A61-C41349E892C4}"/>
              </a:ext>
            </a:extLst>
          </p:cNvPr>
          <p:cNvGrpSpPr/>
          <p:nvPr/>
        </p:nvGrpSpPr>
        <p:grpSpPr>
          <a:xfrm>
            <a:off x="102638" y="303570"/>
            <a:ext cx="914397" cy="6274512"/>
            <a:chOff x="2650700" y="1161220"/>
            <a:chExt cx="1962677" cy="1260000"/>
          </a:xfrm>
        </p:grpSpPr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BD2FC06D-E0E2-9E53-F574-31B1FAC04049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solidFill>
              <a:srgbClr val="4264D0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B7F6B7EA-99CE-8633-FB1C-663F02822423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75026782-D29F-E623-C82E-AA189E9EDA01}"/>
              </a:ext>
            </a:extLst>
          </p:cNvPr>
          <p:cNvSpPr/>
          <p:nvPr/>
        </p:nvSpPr>
        <p:spPr>
          <a:xfrm>
            <a:off x="214343" y="3043219"/>
            <a:ext cx="625151" cy="574709"/>
          </a:xfrm>
          <a:prstGeom prst="roundRect">
            <a:avLst/>
          </a:prstGeom>
          <a:solidFill>
            <a:srgbClr val="7093D2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2D100518-20F3-132A-36E2-1AA55AA9F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38" y="2371656"/>
            <a:ext cx="414525" cy="39600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B1295CA5-BA5C-4976-DCDE-22A48F7A0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577" y="481930"/>
            <a:ext cx="591955" cy="574709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F4F7E04-71A5-2351-60DD-D9911F3E9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0" y="3125374"/>
            <a:ext cx="410400" cy="4104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21C393C-ED93-0294-1747-E1151D841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61" y="3852754"/>
            <a:ext cx="408517" cy="408517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0532A0D-E8DF-42D1-E587-D8FBA932BA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61" y="4606772"/>
            <a:ext cx="410400" cy="4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58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1A824-580B-9773-8172-B69AEB77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A3B2AE5-40ED-E1E3-4EFD-310DEB94FD88}"/>
              </a:ext>
            </a:extLst>
          </p:cNvPr>
          <p:cNvSpPr/>
          <p:nvPr/>
        </p:nvSpPr>
        <p:spPr>
          <a:xfrm>
            <a:off x="4094497" y="4577339"/>
            <a:ext cx="7985536" cy="2206015"/>
          </a:xfrm>
          <a:prstGeom prst="rect">
            <a:avLst/>
          </a:prstGeom>
          <a:solidFill>
            <a:srgbClr val="F1F1F6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0BE5E61-3B20-0C55-2964-4B802C7C7745}"/>
              </a:ext>
            </a:extLst>
          </p:cNvPr>
          <p:cNvGrpSpPr/>
          <p:nvPr/>
        </p:nvGrpSpPr>
        <p:grpSpPr>
          <a:xfrm rot="16200000">
            <a:off x="5222752" y="-362040"/>
            <a:ext cx="1805273" cy="4104847"/>
            <a:chOff x="2650700" y="1104966"/>
            <a:chExt cx="2060558" cy="1372508"/>
          </a:xfrm>
          <a:solidFill>
            <a:srgbClr val="F1F1F6"/>
          </a:solidFill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E67EF491-F2F9-F157-C904-412ECEB03417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928D4D36-1D94-E664-15CF-9EE13302C656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CBD0FA5-63F3-669E-95CD-44402D045D28}"/>
              </a:ext>
            </a:extLst>
          </p:cNvPr>
          <p:cNvGrpSpPr/>
          <p:nvPr/>
        </p:nvGrpSpPr>
        <p:grpSpPr>
          <a:xfrm rot="16200000">
            <a:off x="5317678" y="1512827"/>
            <a:ext cx="1658488" cy="4104848"/>
            <a:chOff x="2650700" y="1104966"/>
            <a:chExt cx="2060558" cy="1372508"/>
          </a:xfrm>
          <a:solidFill>
            <a:srgbClr val="F1F1F6"/>
          </a:solidFill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A10191F7-7DEC-0F9E-8C84-5CACD3AE19F3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0465838-CCF3-FFC7-B2DE-9AB50A6F8511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78792D5-A3B4-60A9-C71C-1D0074C41931}"/>
              </a:ext>
            </a:extLst>
          </p:cNvPr>
          <p:cNvGrpSpPr/>
          <p:nvPr/>
        </p:nvGrpSpPr>
        <p:grpSpPr>
          <a:xfrm rot="16200000">
            <a:off x="8215057" y="529517"/>
            <a:ext cx="3849267" cy="3880685"/>
            <a:chOff x="2650700" y="1104966"/>
            <a:chExt cx="2060558" cy="1372508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30B9A3A4-78C9-D267-CEA3-EE568138E51A}"/>
                </a:ext>
              </a:extLst>
            </p:cNvPr>
            <p:cNvSpPr/>
            <p:nvPr/>
          </p:nvSpPr>
          <p:spPr>
            <a:xfrm>
              <a:off x="2650700" y="1161220"/>
              <a:ext cx="1962677" cy="1316254"/>
            </a:xfrm>
            <a:prstGeom prst="round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3FE04E74-EC34-A21A-F859-E4B61C015438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DFC0C29-A3E9-BC7D-24F3-8BDF1AF90E31}"/>
              </a:ext>
            </a:extLst>
          </p:cNvPr>
          <p:cNvGrpSpPr/>
          <p:nvPr/>
        </p:nvGrpSpPr>
        <p:grpSpPr>
          <a:xfrm>
            <a:off x="1143768" y="645904"/>
            <a:ext cx="2816923" cy="6137450"/>
            <a:chOff x="2650700" y="1104966"/>
            <a:chExt cx="2060558" cy="1372508"/>
          </a:xfrm>
          <a:solidFill>
            <a:srgbClr val="F1F1F6"/>
          </a:solidFill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8112CD05-A696-2DF9-D007-A0CE706B84A8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A7EF802F-6F79-2355-DDF1-3FB4F94AF588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grp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E6346CF-3DBA-51A1-D389-27D71EF3869A}"/>
              </a:ext>
            </a:extLst>
          </p:cNvPr>
          <p:cNvGrpSpPr/>
          <p:nvPr/>
        </p:nvGrpSpPr>
        <p:grpSpPr>
          <a:xfrm>
            <a:off x="102638" y="303570"/>
            <a:ext cx="914397" cy="6274512"/>
            <a:chOff x="2650700" y="1161220"/>
            <a:chExt cx="1962677" cy="1260000"/>
          </a:xfrm>
        </p:grpSpPr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2EB590B9-6E4A-0105-08D1-A94F5BB492DE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solidFill>
              <a:srgbClr val="4264D0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48ECD939-74FB-C41B-D2FE-DA9162B1A0E3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59C1B455-74E2-8BFD-6BF3-D888F9FBBA4A}"/>
              </a:ext>
            </a:extLst>
          </p:cNvPr>
          <p:cNvSpPr/>
          <p:nvPr/>
        </p:nvSpPr>
        <p:spPr>
          <a:xfrm>
            <a:off x="216568" y="3769657"/>
            <a:ext cx="625151" cy="574709"/>
          </a:xfrm>
          <a:prstGeom prst="roundRect">
            <a:avLst/>
          </a:prstGeom>
          <a:solidFill>
            <a:srgbClr val="7093D2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046FBDB0-0552-F8B0-DACD-12DE319D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38" y="2371656"/>
            <a:ext cx="414525" cy="39600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D170CF0E-4530-C020-A973-CF2A504D5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577" y="481930"/>
            <a:ext cx="591955" cy="57470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468C5B91-E2B3-A19A-0F6D-C4D83048A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0" y="3125374"/>
            <a:ext cx="410400" cy="4104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692BCF9D-6922-8024-3499-16D5FABCB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61" y="3852754"/>
            <a:ext cx="408517" cy="40851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6E8857E-73E6-C182-C340-98489A0CAC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61" y="4606772"/>
            <a:ext cx="410400" cy="4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1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3A9D5-FE4D-973D-91FC-C885FA1C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9022652E-35B2-C652-2943-856B06D0C449}"/>
              </a:ext>
            </a:extLst>
          </p:cNvPr>
          <p:cNvGrpSpPr/>
          <p:nvPr/>
        </p:nvGrpSpPr>
        <p:grpSpPr>
          <a:xfrm>
            <a:off x="1221892" y="3072439"/>
            <a:ext cx="3853542" cy="2780522"/>
            <a:chOff x="2650700" y="1104966"/>
            <a:chExt cx="2060558" cy="1372508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0309E1A5-C6B6-9AAC-5026-CE7B78700C28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2D7F7D20-545E-BAC5-0AD6-C14CCD036C2B}"/>
                </a:ext>
              </a:extLst>
            </p:cNvPr>
            <p:cNvSpPr/>
            <p:nvPr/>
          </p:nvSpPr>
          <p:spPr>
            <a:xfrm>
              <a:off x="2650701" y="1104966"/>
              <a:ext cx="2060557" cy="1372508"/>
            </a:xfrm>
            <a:prstGeom prst="roundRect">
              <a:avLst/>
            </a:prstGeom>
            <a:noFill/>
            <a:ln>
              <a:noFill/>
            </a:ln>
            <a:effectLst>
              <a:glow rad="152400">
                <a:schemeClr val="tx1">
                  <a:lumMod val="75000"/>
                  <a:lumOff val="25000"/>
                  <a:alpha val="40000"/>
                </a:schemeClr>
              </a:glow>
              <a:outerShdw blurRad="50800" dist="38100" dir="18900000" algn="bl" rotWithShape="0">
                <a:srgbClr val="323232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6C34D980-6CF0-4FC5-6159-07B43B64A652}"/>
              </a:ext>
            </a:extLst>
          </p:cNvPr>
          <p:cNvSpPr/>
          <p:nvPr/>
        </p:nvSpPr>
        <p:spPr>
          <a:xfrm>
            <a:off x="5382928" y="3373687"/>
            <a:ext cx="6381509" cy="2365310"/>
          </a:xfrm>
          <a:prstGeom prst="rect">
            <a:avLst/>
          </a:prstGeom>
          <a:solidFill>
            <a:srgbClr val="F1F1F6"/>
          </a:solidFill>
          <a:ln>
            <a:noFill/>
          </a:ln>
          <a:effectLst>
            <a:outerShdw blurRad="63500" dist="63500" dir="13500000" algn="br" rotWithShape="0">
              <a:schemeClr val="bg2">
                <a:lumMod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DF46D9-CBC6-16FF-6408-BBD946BD4551}"/>
              </a:ext>
            </a:extLst>
          </p:cNvPr>
          <p:cNvSpPr/>
          <p:nvPr/>
        </p:nvSpPr>
        <p:spPr>
          <a:xfrm>
            <a:off x="6720567" y="295441"/>
            <a:ext cx="4850453" cy="1477375"/>
          </a:xfrm>
          <a:prstGeom prst="rect">
            <a:avLst/>
          </a:prstGeom>
          <a:solidFill>
            <a:srgbClr val="F1F1F6"/>
          </a:solidFill>
          <a:ln>
            <a:noFill/>
          </a:ln>
          <a:effectLst>
            <a:outerShdw blurRad="63500" dist="63500" dir="13500000" algn="br" rotWithShape="0">
              <a:schemeClr val="bg2">
                <a:lumMod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B02CD84-8EDD-76D7-8843-8E281D1CC791}"/>
              </a:ext>
            </a:extLst>
          </p:cNvPr>
          <p:cNvGrpSpPr/>
          <p:nvPr/>
        </p:nvGrpSpPr>
        <p:grpSpPr>
          <a:xfrm>
            <a:off x="9621358" y="1908055"/>
            <a:ext cx="2031112" cy="923108"/>
            <a:chOff x="2473234" y="827314"/>
            <a:chExt cx="2455818" cy="923108"/>
          </a:xfrm>
        </p:grpSpPr>
        <p:sp>
          <p:nvSpPr>
            <p:cNvPr id="26" name="Rectángulo: esquinas diagonales redondeadas 25">
              <a:extLst>
                <a:ext uri="{FF2B5EF4-FFF2-40B4-BE49-F238E27FC236}">
                  <a16:creationId xmlns:a16="http://schemas.microsoft.com/office/drawing/2014/main" id="{ACE3A383-0538-C025-D1DF-A59285C9C616}"/>
                </a:ext>
              </a:extLst>
            </p:cNvPr>
            <p:cNvSpPr/>
            <p:nvPr/>
          </p:nvSpPr>
          <p:spPr>
            <a:xfrm>
              <a:off x="2473235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27" name="Rectángulo: esquinas diagonales redondeadas 26">
              <a:extLst>
                <a:ext uri="{FF2B5EF4-FFF2-40B4-BE49-F238E27FC236}">
                  <a16:creationId xmlns:a16="http://schemas.microsoft.com/office/drawing/2014/main" id="{BC7DD4E9-4D58-32BA-2AEF-636D89E59C5B}"/>
                </a:ext>
              </a:extLst>
            </p:cNvPr>
            <p:cNvSpPr/>
            <p:nvPr/>
          </p:nvSpPr>
          <p:spPr>
            <a:xfrm>
              <a:off x="2473234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5E01CD5-2F6D-377E-2EC7-239F07637526}"/>
              </a:ext>
            </a:extLst>
          </p:cNvPr>
          <p:cNvGrpSpPr/>
          <p:nvPr/>
        </p:nvGrpSpPr>
        <p:grpSpPr>
          <a:xfrm>
            <a:off x="7446159" y="1908055"/>
            <a:ext cx="2031112" cy="923108"/>
            <a:chOff x="2473234" y="827314"/>
            <a:chExt cx="2455818" cy="923108"/>
          </a:xfrm>
        </p:grpSpPr>
        <p:sp>
          <p:nvSpPr>
            <p:cNvPr id="29" name="Rectángulo: esquinas diagonales redondeadas 28">
              <a:extLst>
                <a:ext uri="{FF2B5EF4-FFF2-40B4-BE49-F238E27FC236}">
                  <a16:creationId xmlns:a16="http://schemas.microsoft.com/office/drawing/2014/main" id="{4CAFAEC6-E99A-964C-0D47-9A89ADF649B2}"/>
                </a:ext>
              </a:extLst>
            </p:cNvPr>
            <p:cNvSpPr/>
            <p:nvPr/>
          </p:nvSpPr>
          <p:spPr>
            <a:xfrm>
              <a:off x="2473235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30" name="Rectángulo: esquinas diagonales redondeadas 29">
              <a:extLst>
                <a:ext uri="{FF2B5EF4-FFF2-40B4-BE49-F238E27FC236}">
                  <a16:creationId xmlns:a16="http://schemas.microsoft.com/office/drawing/2014/main" id="{1E75991A-6E9F-185F-3DAA-1F67D0A115DE}"/>
                </a:ext>
              </a:extLst>
            </p:cNvPr>
            <p:cNvSpPr/>
            <p:nvPr/>
          </p:nvSpPr>
          <p:spPr>
            <a:xfrm>
              <a:off x="2473234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274F3D3-1BF7-03A2-E483-8DC0243D8C31}"/>
              </a:ext>
            </a:extLst>
          </p:cNvPr>
          <p:cNvGrpSpPr/>
          <p:nvPr/>
        </p:nvGrpSpPr>
        <p:grpSpPr>
          <a:xfrm>
            <a:off x="5270960" y="1908055"/>
            <a:ext cx="2031112" cy="923108"/>
            <a:chOff x="2473234" y="827314"/>
            <a:chExt cx="2455818" cy="923108"/>
          </a:xfrm>
        </p:grpSpPr>
        <p:sp>
          <p:nvSpPr>
            <p:cNvPr id="32" name="Rectángulo: esquinas diagonales redondeadas 31">
              <a:extLst>
                <a:ext uri="{FF2B5EF4-FFF2-40B4-BE49-F238E27FC236}">
                  <a16:creationId xmlns:a16="http://schemas.microsoft.com/office/drawing/2014/main" id="{57F65625-BA6C-44A2-118B-173C63B0235E}"/>
                </a:ext>
              </a:extLst>
            </p:cNvPr>
            <p:cNvSpPr/>
            <p:nvPr/>
          </p:nvSpPr>
          <p:spPr>
            <a:xfrm>
              <a:off x="2473235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33" name="Rectángulo: esquinas diagonales redondeadas 32">
              <a:extLst>
                <a:ext uri="{FF2B5EF4-FFF2-40B4-BE49-F238E27FC236}">
                  <a16:creationId xmlns:a16="http://schemas.microsoft.com/office/drawing/2014/main" id="{8ED6919B-963A-877C-6F1A-A0DC473299F3}"/>
                </a:ext>
              </a:extLst>
            </p:cNvPr>
            <p:cNvSpPr/>
            <p:nvPr/>
          </p:nvSpPr>
          <p:spPr>
            <a:xfrm>
              <a:off x="2473234" y="827314"/>
              <a:ext cx="2455817" cy="923108"/>
            </a:xfrm>
            <a:prstGeom prst="round2DiagRect">
              <a:avLst/>
            </a:prstGeom>
            <a:solidFill>
              <a:srgbClr val="F1F1F6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7189578-7581-E6C7-5B7B-574042E10453}"/>
              </a:ext>
            </a:extLst>
          </p:cNvPr>
          <p:cNvGrpSpPr/>
          <p:nvPr/>
        </p:nvGrpSpPr>
        <p:grpSpPr>
          <a:xfrm>
            <a:off x="102638" y="303570"/>
            <a:ext cx="914397" cy="6274512"/>
            <a:chOff x="2650700" y="1161220"/>
            <a:chExt cx="1962677" cy="1260000"/>
          </a:xfrm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9632D79F-A483-1BA2-AB48-77920699BD8B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solidFill>
              <a:srgbClr val="4264D0"/>
            </a:solidFill>
            <a:ln>
              <a:noFill/>
            </a:ln>
            <a:effectLst>
              <a:outerShdw blurRad="63500" dist="63500" dir="13500000" algn="br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08434860-B9CD-F7D6-DFF4-1386D17D3C60}"/>
                </a:ext>
              </a:extLst>
            </p:cNvPr>
            <p:cNvSpPr/>
            <p:nvPr/>
          </p:nvSpPr>
          <p:spPr>
            <a:xfrm>
              <a:off x="2650700" y="1161220"/>
              <a:ext cx="1962677" cy="1260000"/>
            </a:xfrm>
            <a:prstGeom prst="roundRect">
              <a:avLst/>
            </a:prstGeom>
            <a:noFill/>
            <a:ln>
              <a:noFill/>
            </a:ln>
            <a:effectLst>
              <a:outerShdw blurRad="63500" dist="635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C8391EF2-E933-20D2-87AB-DB7515FE5975}"/>
              </a:ext>
            </a:extLst>
          </p:cNvPr>
          <p:cNvSpPr/>
          <p:nvPr/>
        </p:nvSpPr>
        <p:spPr>
          <a:xfrm>
            <a:off x="221424" y="4526255"/>
            <a:ext cx="625151" cy="574709"/>
          </a:xfrm>
          <a:prstGeom prst="roundRect">
            <a:avLst/>
          </a:prstGeom>
          <a:solidFill>
            <a:srgbClr val="7093D2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7DF9BEDB-B72B-0B1D-A1A0-94F07738F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38" y="2371656"/>
            <a:ext cx="414525" cy="396000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B4959559-FBEA-D4CD-ABD3-38F44C30D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577" y="481930"/>
            <a:ext cx="591955" cy="574709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7A2FC11C-A5C5-F7A8-ABEE-D2F0AD383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70" y="3125374"/>
            <a:ext cx="410400" cy="410400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8C796B7C-6D55-47E6-A797-A05C2B200D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61" y="3852754"/>
            <a:ext cx="408517" cy="408517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DEE4F34B-26AD-6B50-E3E1-A4DB97A2BD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61" y="4606772"/>
            <a:ext cx="410400" cy="4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29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santiago paredes yupanqui</dc:creator>
  <cp:lastModifiedBy>joan santiago paredes yupanqui</cp:lastModifiedBy>
  <cp:revision>4</cp:revision>
  <dcterms:created xsi:type="dcterms:W3CDTF">2025-11-05T17:17:46Z</dcterms:created>
  <dcterms:modified xsi:type="dcterms:W3CDTF">2025-11-05T22:54:29Z</dcterms:modified>
</cp:coreProperties>
</file>